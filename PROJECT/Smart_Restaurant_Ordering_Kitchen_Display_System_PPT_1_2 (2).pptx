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46304" cy="4480560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Smart Restaurant Ordering</a:t>
            </a:r>
            <a:br/>
            <a:r>
              <a:t>&amp; Kitchen Display System</a:t>
            </a:r>
          </a:p>
          <a:p>
            <a:pPr>
              <a:defRPr sz="1700">
                <a:solidFill>
                  <a:srgbClr val="D2DCE8"/>
                </a:solidFill>
                <a:latin typeface="Aptos"/>
              </a:defRPr>
            </a:pPr>
            <a:r>
              <a:t>Database Systems Engineering and Distributed 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86200"/>
            <a:ext cx="761259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Team 25  •  Section 12</a:t>
            </a:r>
            <a:r>
              <a:rPr lang="en-US" dirty="0"/>
              <a:t> </a:t>
            </a:r>
            <a:r>
              <a:rPr lang="en-IN" dirty="0"/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CSIT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D2DCE8"/>
                </a:solidFill>
              </a:defRPr>
            </a:pPr>
            <a:r>
              <a:rPr dirty="0"/>
              <a:t>Hitesh Suthar </a:t>
            </a:r>
            <a:r>
              <a:rPr lang="en-US" dirty="0"/>
              <a:t>= 2520090078</a:t>
            </a:r>
            <a:r>
              <a:rPr dirty="0"/>
              <a:t> |  B. Vasudeva</a:t>
            </a:r>
            <a:r>
              <a:rPr lang="en-US" dirty="0"/>
              <a:t> = 2520090136</a:t>
            </a:r>
            <a:r>
              <a:rPr dirty="0"/>
              <a:t>  |  V. </a:t>
            </a:r>
            <a:r>
              <a:rPr dirty="0" err="1"/>
              <a:t>Nikith</a:t>
            </a:r>
            <a:r>
              <a:rPr dirty="0"/>
              <a:t> </a:t>
            </a:r>
            <a:r>
              <a:rPr dirty="0" err="1"/>
              <a:t>Chowdary</a:t>
            </a:r>
            <a:r>
              <a:rPr lang="en-US" dirty="0"/>
              <a:t> = 2520090219</a:t>
            </a:r>
          </a:p>
          <a:p>
            <a:pPr>
              <a:defRPr sz="1500">
                <a:solidFill>
                  <a:srgbClr val="D2DCE8"/>
                </a:solidFill>
              </a:defRPr>
            </a:pPr>
            <a:endParaRPr lang="en-US" dirty="0"/>
          </a:p>
          <a:p>
            <a:pPr>
              <a:defRPr sz="1500">
                <a:solidFill>
                  <a:srgbClr val="D2DCE8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VIEW = 1</a:t>
            </a:r>
          </a:p>
          <a:p>
            <a:pPr>
              <a:defRPr sz="1500">
                <a:solidFill>
                  <a:srgbClr val="D2DCE8"/>
                </a:solidFill>
              </a:defRPr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2860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13032" y="673090"/>
            <a:ext cx="2135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 rot="10800000" flipV="1">
            <a:off x="594360" y="909364"/>
            <a:ext cx="10597515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restaurant ordering mainly depends on communication between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customers, waiters, and kitchen staff.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ordering can result in: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orders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Delays in order processing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orders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managing restaurant operations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restaurant ordering and kitchen management system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the process faster, simpler, and more efficient.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5256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9975" y="411480"/>
            <a:ext cx="15215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8225" y="1412855"/>
            <a:ext cx="102870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Restaurant Ordering &amp; Kitchen Display System provides a digital solution for restaurant ordering and kitchen management.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scan a QR code at their table.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access the digital menu using their mobile device.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select food items, quantities, and add them to a cart.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are stored in the database and displayed on the kitchen dashboard.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Kitchen staff can update orders through: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→ Preparing → Ready → Delivered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enables real-time order and status updates.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1314" y="411480"/>
            <a:ext cx="17988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 rot="10800000" flipV="1">
            <a:off x="594360" y="909822"/>
            <a:ext cx="881062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errors in restaurant ordering.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QR-based ordering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customers to place orders directly.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restaurant data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kitchen order dashboard.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customers and kitchen staff.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 calculation and invoice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efficient and user-friendly restaurant management solution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331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t>Proposed System – Working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1264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Scan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21991"/>
            <a:ext cx="221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/>
              <a:t>Customer scans the table QR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9300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Digital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06995"/>
            <a:ext cx="26292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food items and quantities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7336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Cart &amp;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678" y="2241750"/>
            <a:ext cx="23805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items and place the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5372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221991"/>
            <a:ext cx="22894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is stored in MongoDB</a:t>
            </a:r>
            <a:r>
              <a:rPr dirty="0"/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264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Kitchen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25694"/>
            <a:ext cx="2824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appears on the kitchen dashboard</a:t>
            </a:r>
            <a:r>
              <a:rPr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9300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9300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Live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370832"/>
            <a:ext cx="22397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updates via Socket.io</a:t>
            </a:r>
            <a:r>
              <a:rPr dirty="0"/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7336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370832"/>
            <a:ext cx="2282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is calculated and invoice generated</a:t>
            </a:r>
            <a:r>
              <a:rPr dirty="0"/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B7E6B4D-70E0-2FEF-35B4-3786795BA692}"/>
              </a:ext>
            </a:extLst>
          </p:cNvPr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464E3-8BCB-9418-CA12-52635F2EE154}"/>
              </a:ext>
            </a:extLst>
          </p:cNvPr>
          <p:cNvSpPr/>
          <p:nvPr/>
        </p:nvSpPr>
        <p:spPr>
          <a:xfrm>
            <a:off x="305" y="-585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BF23DA2-0FA5-3B01-4197-D6D58479E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-5850"/>
            <a:ext cx="1536441" cy="8686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8448005-18B9-D68D-3933-F41C73239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90" y="948506"/>
            <a:ext cx="9102883" cy="496925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ABB9661-4064-208E-A828-CBE67F34FD55}"/>
              </a:ext>
            </a:extLst>
          </p:cNvPr>
          <p:cNvSpPr txBox="1"/>
          <p:nvPr/>
        </p:nvSpPr>
        <p:spPr>
          <a:xfrm>
            <a:off x="3891804" y="345857"/>
            <a:ext cx="373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86204" y="316011"/>
            <a:ext cx="8229600" cy="1143000"/>
          </a:xfrm>
        </p:spPr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 rot="10800000" flipV="1">
            <a:off x="802432" y="1459011"/>
            <a:ext cx="551439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user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login, logout, and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/tables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restaurant table operations,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viewing or managing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/menu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menu operations,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viewing, adding, or updating menu items.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creating, viewing, and updating orders.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962" y="1777589"/>
            <a:ext cx="3795089" cy="19546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9464E3-8BCB-9418-CA12-52635F2EE154}"/>
              </a:ext>
            </a:extLst>
          </p:cNvPr>
          <p:cNvSpPr/>
          <p:nvPr/>
        </p:nvSpPr>
        <p:spPr>
          <a:xfrm>
            <a:off x="305" y="-585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344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73339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25448" y="411480"/>
            <a:ext cx="2510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1417856"/>
            <a:ext cx="790575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module allows restaurant administrators to manage: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items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tables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sales information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Restaurant-related application data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supports automatic bill calculation and printable invoices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t>Software /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React.js  — 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4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Node.js  — 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9384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Express.js  —  REST API /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70632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67128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MongoDB  — 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70632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6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Socket.io  —  Real-time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11880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008376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JavaScript  —  Application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HTML5 &amp; CSS3  —  Web structure &amp;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53128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849624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REST APIs  —  Client-server communication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53128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690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QR Code Generation  —  Table-based ordering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94376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690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Git / GitHub  —  Version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294376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Antigravity  —  Listed tool/platform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18284" y="411480"/>
            <a:ext cx="33249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errors caused by manual order taking.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delays in order processing.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order tracking and kitchen coordination.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convenient digital ordering experience.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restaurant data in a database.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billing and invoice generation.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overall restaurant management efficiency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8190" y="822960"/>
            <a:ext cx="21451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112" y="1670179"/>
            <a:ext cx="1127729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Restaurant Ordering &amp; Kitchen Display System digitizes restaurant ordering and kitchen management using QR codes, a digital menu, database storage, and real-time communication.</a:t>
            </a:r>
          </a:p>
          <a:p>
            <a:pPr>
              <a:defRPr sz="2100">
                <a:solidFill>
                  <a:srgbClr val="D2DCE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reduce manual errors, improve order processing, and provide an efficient, user-friendly digital restaurant management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562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REST API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12</cp:revision>
  <dcterms:created xsi:type="dcterms:W3CDTF">2013-01-27T09:14:16Z</dcterms:created>
  <dcterms:modified xsi:type="dcterms:W3CDTF">2026-09-28T05:32:04Z</dcterms:modified>
  <cp:category/>
</cp:coreProperties>
</file>